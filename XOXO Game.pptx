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83F167-DC78-4628-967D-CB135464E49B}" v="23" dt="2026-02-19T20:26:22.7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667" y="-10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Kofi Coffie Boafo" userId="f37c58285b3271da" providerId="LiveId" clId="{46BD54AD-BE72-4237-BC8F-8A085F0AA62F}"/>
    <pc:docChg chg="undo custSel addSld modSld">
      <pc:chgData name="Gabriel Kofi Coffie Boafo" userId="f37c58285b3271da" providerId="LiveId" clId="{46BD54AD-BE72-4237-BC8F-8A085F0AA62F}" dt="2026-02-19T20:32:04.662" v="3267" actId="33524"/>
      <pc:docMkLst>
        <pc:docMk/>
      </pc:docMkLst>
      <pc:sldChg chg="addSp modSp new mod setBg addAnim modAnim">
        <pc:chgData name="Gabriel Kofi Coffie Boafo" userId="f37c58285b3271da" providerId="LiveId" clId="{46BD54AD-BE72-4237-BC8F-8A085F0AA62F}" dt="2026-02-19T14:52:04.904" v="178" actId="20577"/>
        <pc:sldMkLst>
          <pc:docMk/>
          <pc:sldMk cId="3116029969" sldId="256"/>
        </pc:sldMkLst>
        <pc:spChg chg="mod">
          <ac:chgData name="Gabriel Kofi Coffie Boafo" userId="f37c58285b3271da" providerId="LiveId" clId="{46BD54AD-BE72-4237-BC8F-8A085F0AA62F}" dt="2026-02-19T14:50:21.588" v="44" actId="26606"/>
          <ac:spMkLst>
            <pc:docMk/>
            <pc:sldMk cId="3116029969" sldId="256"/>
            <ac:spMk id="2" creationId="{B4D0F0FE-C6D0-92BF-1D62-F0D32EADF636}"/>
          </ac:spMkLst>
        </pc:spChg>
        <pc:spChg chg="mod">
          <ac:chgData name="Gabriel Kofi Coffie Boafo" userId="f37c58285b3271da" providerId="LiveId" clId="{46BD54AD-BE72-4237-BC8F-8A085F0AA62F}" dt="2026-02-19T14:50:43.723" v="49" actId="20577"/>
          <ac:spMkLst>
            <pc:docMk/>
            <pc:sldMk cId="3116029969" sldId="256"/>
            <ac:spMk id="3" creationId="{A62B3EB5-0E2F-DF7C-7CBF-29BBD94DA191}"/>
          </ac:spMkLst>
        </pc:spChg>
        <pc:spChg chg="add mod">
          <ac:chgData name="Gabriel Kofi Coffie Boafo" userId="f37c58285b3271da" providerId="LiveId" clId="{46BD54AD-BE72-4237-BC8F-8A085F0AA62F}" dt="2026-02-19T14:52:04.904" v="178" actId="20577"/>
          <ac:spMkLst>
            <pc:docMk/>
            <pc:sldMk cId="3116029969" sldId="256"/>
            <ac:spMk id="4" creationId="{65A6B438-4566-9921-24B7-7EE6AF420193}"/>
          </ac:spMkLst>
        </pc:spChg>
        <pc:spChg chg="add">
          <ac:chgData name="Gabriel Kofi Coffie Boafo" userId="f37c58285b3271da" providerId="LiveId" clId="{46BD54AD-BE72-4237-BC8F-8A085F0AA62F}" dt="2026-02-19T14:50:21.588" v="44" actId="26606"/>
          <ac:spMkLst>
            <pc:docMk/>
            <pc:sldMk cId="3116029969" sldId="256"/>
            <ac:spMk id="9" creationId="{8D095B41-7312-4603-9F0F-93387C353134}"/>
          </ac:spMkLst>
        </pc:spChg>
        <pc:spChg chg="add">
          <ac:chgData name="Gabriel Kofi Coffie Boafo" userId="f37c58285b3271da" providerId="LiveId" clId="{46BD54AD-BE72-4237-BC8F-8A085F0AA62F}" dt="2026-02-19T14:50:21.588" v="44" actId="26606"/>
          <ac:spMkLst>
            <pc:docMk/>
            <pc:sldMk cId="3116029969" sldId="256"/>
            <ac:spMk id="11" creationId="{1042C936-444C-4F0D-9737-291EAFE1E7E4}"/>
          </ac:spMkLst>
        </pc:spChg>
        <pc:picChg chg="add">
          <ac:chgData name="Gabriel Kofi Coffie Boafo" userId="f37c58285b3271da" providerId="LiveId" clId="{46BD54AD-BE72-4237-BC8F-8A085F0AA62F}" dt="2026-02-19T14:50:21.588" v="44" actId="26606"/>
          <ac:picMkLst>
            <pc:docMk/>
            <pc:sldMk cId="3116029969" sldId="256"/>
            <ac:picMk id="5" creationId="{496170DC-112A-40DB-D80A-4A01D002261F}"/>
          </ac:picMkLst>
        </pc:picChg>
        <pc:picChg chg="add">
          <ac:chgData name="Gabriel Kofi Coffie Boafo" userId="f37c58285b3271da" providerId="LiveId" clId="{46BD54AD-BE72-4237-BC8F-8A085F0AA62F}" dt="2026-02-19T14:50:21.588" v="44" actId="26606"/>
          <ac:picMkLst>
            <pc:docMk/>
            <pc:sldMk cId="3116029969" sldId="256"/>
            <ac:picMk id="15" creationId="{419FDB25-3050-4009-9806-3000DDD1C083}"/>
          </ac:picMkLst>
        </pc:picChg>
        <pc:cxnChg chg="add">
          <ac:chgData name="Gabriel Kofi Coffie Boafo" userId="f37c58285b3271da" providerId="LiveId" clId="{46BD54AD-BE72-4237-BC8F-8A085F0AA62F}" dt="2026-02-19T14:50:21.588" v="44" actId="26606"/>
          <ac:cxnSpMkLst>
            <pc:docMk/>
            <pc:sldMk cId="3116029969" sldId="256"/>
            <ac:cxnSpMk id="13" creationId="{B61C4D9F-F4AF-4ED2-9310-56EB2E19C084}"/>
          </ac:cxnSpMkLst>
        </pc:cxnChg>
        <pc:cxnChg chg="add">
          <ac:chgData name="Gabriel Kofi Coffie Boafo" userId="f37c58285b3271da" providerId="LiveId" clId="{46BD54AD-BE72-4237-BC8F-8A085F0AA62F}" dt="2026-02-19T14:50:21.588" v="44" actId="26606"/>
          <ac:cxnSpMkLst>
            <pc:docMk/>
            <pc:sldMk cId="3116029969" sldId="256"/>
            <ac:cxnSpMk id="17" creationId="{8063EF0F-7BC0-4CFB-AB98-20A8DD91D70F}"/>
          </ac:cxnSpMkLst>
        </pc:cxnChg>
      </pc:sldChg>
      <pc:sldChg chg="addSp delSp modSp new mod setBg">
        <pc:chgData name="Gabriel Kofi Coffie Boafo" userId="f37c58285b3271da" providerId="LiveId" clId="{46BD54AD-BE72-4237-BC8F-8A085F0AA62F}" dt="2026-02-19T20:32:04.662" v="3267" actId="33524"/>
        <pc:sldMkLst>
          <pc:docMk/>
          <pc:sldMk cId="3252086030" sldId="257"/>
        </pc:sldMkLst>
        <pc:spChg chg="mod">
          <ac:chgData name="Gabriel Kofi Coffie Boafo" userId="f37c58285b3271da" providerId="LiveId" clId="{46BD54AD-BE72-4237-BC8F-8A085F0AA62F}" dt="2026-02-19T15:19:09.499" v="754" actId="26606"/>
          <ac:spMkLst>
            <pc:docMk/>
            <pc:sldMk cId="3252086030" sldId="257"/>
            <ac:spMk id="2" creationId="{8777F8E8-3D16-0A61-BB9E-B3D686BECE21}"/>
          </ac:spMkLst>
        </pc:spChg>
        <pc:spChg chg="mod">
          <ac:chgData name="Gabriel Kofi Coffie Boafo" userId="f37c58285b3271da" providerId="LiveId" clId="{46BD54AD-BE72-4237-BC8F-8A085F0AA62F}" dt="2026-02-19T20:32:04.662" v="3267" actId="33524"/>
          <ac:spMkLst>
            <pc:docMk/>
            <pc:sldMk cId="3252086030" sldId="257"/>
            <ac:spMk id="3" creationId="{46408B5F-D240-A575-104C-F16A50AD207D}"/>
          </ac:spMkLst>
        </pc:spChg>
        <pc:spChg chg="add del">
          <ac:chgData name="Gabriel Kofi Coffie Boafo" userId="f37c58285b3271da" providerId="LiveId" clId="{46BD54AD-BE72-4237-BC8F-8A085F0AA62F}" dt="2026-02-19T15:21:53.634" v="757" actId="26606"/>
          <ac:spMkLst>
            <pc:docMk/>
            <pc:sldMk cId="3252086030" sldId="257"/>
            <ac:spMk id="9" creationId="{7BEFDA1A-2A01-4C29-A5D0-AE6F050D07DF}"/>
          </ac:spMkLst>
        </pc:spChg>
        <pc:spChg chg="add del">
          <ac:chgData name="Gabriel Kofi Coffie Boafo" userId="f37c58285b3271da" providerId="LiveId" clId="{46BD54AD-BE72-4237-BC8F-8A085F0AA62F}" dt="2026-02-19T15:21:53.634" v="757" actId="26606"/>
          <ac:spMkLst>
            <pc:docMk/>
            <pc:sldMk cId="3252086030" sldId="257"/>
            <ac:spMk id="13" creationId="{279D3810-B86F-4009-84EC-DE0FEABD6FCE}"/>
          </ac:spMkLst>
        </pc:spChg>
        <pc:spChg chg="add del">
          <ac:chgData name="Gabriel Kofi Coffie Boafo" userId="f37c58285b3271da" providerId="LiveId" clId="{46BD54AD-BE72-4237-BC8F-8A085F0AA62F}" dt="2026-02-19T15:27:56.414" v="758" actId="26606"/>
          <ac:spMkLst>
            <pc:docMk/>
            <pc:sldMk cId="3252086030" sldId="257"/>
            <ac:spMk id="26" creationId="{279D3810-B86F-4009-84EC-DE0FEABD6FCE}"/>
          </ac:spMkLst>
        </pc:spChg>
        <pc:spChg chg="add del">
          <ac:chgData name="Gabriel Kofi Coffie Boafo" userId="f37c58285b3271da" providerId="LiveId" clId="{46BD54AD-BE72-4237-BC8F-8A085F0AA62F}" dt="2026-02-19T15:27:56.414" v="758" actId="26606"/>
          <ac:spMkLst>
            <pc:docMk/>
            <pc:sldMk cId="3252086030" sldId="257"/>
            <ac:spMk id="27" creationId="{7BEFDA1A-2A01-4C29-A5D0-AE6F050D07DF}"/>
          </ac:spMkLst>
        </pc:spChg>
        <pc:grpChg chg="add del">
          <ac:chgData name="Gabriel Kofi Coffie Boafo" userId="f37c58285b3271da" providerId="LiveId" clId="{46BD54AD-BE72-4237-BC8F-8A085F0AA62F}" dt="2026-02-19T15:21:53.616" v="756" actId="26606"/>
          <ac:grpSpMkLst>
            <pc:docMk/>
            <pc:sldMk cId="3252086030" sldId="257"/>
            <ac:grpSpMk id="22" creationId="{9BBF2CDE-35D9-4B83-8A27-7417A1162321}"/>
          </ac:grpSpMkLst>
        </pc:grpChg>
        <pc:picChg chg="add mod ord">
          <ac:chgData name="Gabriel Kofi Coffie Boafo" userId="f37c58285b3271da" providerId="LiveId" clId="{46BD54AD-BE72-4237-BC8F-8A085F0AA62F}" dt="2026-02-19T15:27:56.414" v="758" actId="26606"/>
          <ac:picMkLst>
            <pc:docMk/>
            <pc:sldMk cId="3252086030" sldId="257"/>
            <ac:picMk id="5" creationId="{EC04B4AF-2647-E593-E4D0-897A0FCEC64A}"/>
          </ac:picMkLst>
        </pc:picChg>
        <pc:picChg chg="add mod">
          <ac:chgData name="Gabriel Kofi Coffie Boafo" userId="f37c58285b3271da" providerId="LiveId" clId="{46BD54AD-BE72-4237-BC8F-8A085F0AA62F}" dt="2026-02-19T15:29:03.561" v="761" actId="1076"/>
          <ac:picMkLst>
            <pc:docMk/>
            <pc:sldMk cId="3252086030" sldId="257"/>
            <ac:picMk id="6" creationId="{21F87AB2-43B7-9D2A-2801-1C804D83A3E8}"/>
          </ac:picMkLst>
        </pc:picChg>
        <pc:picChg chg="add del">
          <ac:chgData name="Gabriel Kofi Coffie Boafo" userId="f37c58285b3271da" providerId="LiveId" clId="{46BD54AD-BE72-4237-BC8F-8A085F0AA62F}" dt="2026-02-19T15:21:53.634" v="757" actId="26606"/>
          <ac:picMkLst>
            <pc:docMk/>
            <pc:sldMk cId="3252086030" sldId="257"/>
            <ac:picMk id="15" creationId="{C33612A4-0B77-4479-B2AA-F178599550AA}"/>
          </ac:picMkLst>
        </pc:picChg>
        <pc:picChg chg="add del">
          <ac:chgData name="Gabriel Kofi Coffie Boafo" userId="f37c58285b3271da" providerId="LiveId" clId="{46BD54AD-BE72-4237-BC8F-8A085F0AA62F}" dt="2026-02-19T15:27:56.414" v="758" actId="26606"/>
          <ac:picMkLst>
            <pc:docMk/>
            <pc:sldMk cId="3252086030" sldId="257"/>
            <ac:picMk id="28" creationId="{C33612A4-0B77-4479-B2AA-F178599550AA}"/>
          </ac:picMkLst>
        </pc:picChg>
        <pc:cxnChg chg="add del">
          <ac:chgData name="Gabriel Kofi Coffie Boafo" userId="f37c58285b3271da" providerId="LiveId" clId="{46BD54AD-BE72-4237-BC8F-8A085F0AA62F}" dt="2026-02-19T15:21:53.634" v="757" actId="26606"/>
          <ac:cxnSpMkLst>
            <pc:docMk/>
            <pc:sldMk cId="3252086030" sldId="257"/>
            <ac:cxnSpMk id="11" creationId="{17FD20E5-30AF-47B9-9256-2E8E904CBBC1}"/>
          </ac:cxnSpMkLst>
        </pc:cxnChg>
        <pc:cxnChg chg="add del">
          <ac:chgData name="Gabriel Kofi Coffie Boafo" userId="f37c58285b3271da" providerId="LiveId" clId="{46BD54AD-BE72-4237-BC8F-8A085F0AA62F}" dt="2026-02-19T15:21:53.634" v="757" actId="26606"/>
          <ac:cxnSpMkLst>
            <pc:docMk/>
            <pc:sldMk cId="3252086030" sldId="257"/>
            <ac:cxnSpMk id="17" creationId="{078A367A-3E83-4B48-A0F7-43FBE33328F5}"/>
          </ac:cxnSpMkLst>
        </pc:cxnChg>
        <pc:cxnChg chg="del">
          <ac:chgData name="Gabriel Kofi Coffie Boafo" userId="f37c58285b3271da" providerId="LiveId" clId="{46BD54AD-BE72-4237-BC8F-8A085F0AA62F}" dt="2026-02-19T15:27:56.414" v="758" actId="26606"/>
          <ac:cxnSpMkLst>
            <pc:docMk/>
            <pc:sldMk cId="3252086030" sldId="257"/>
            <ac:cxnSpMk id="29" creationId="{17FD20E5-30AF-47B9-9256-2E8E904CBBC1}"/>
          </ac:cxnSpMkLst>
        </pc:cxnChg>
        <pc:cxnChg chg="add del">
          <ac:chgData name="Gabriel Kofi Coffie Boafo" userId="f37c58285b3271da" providerId="LiveId" clId="{46BD54AD-BE72-4237-BC8F-8A085F0AA62F}" dt="2026-02-19T15:27:56.414" v="758" actId="26606"/>
          <ac:cxnSpMkLst>
            <pc:docMk/>
            <pc:sldMk cId="3252086030" sldId="257"/>
            <ac:cxnSpMk id="30" creationId="{078A367A-3E83-4B48-A0F7-43FBE33328F5}"/>
          </ac:cxnSpMkLst>
        </pc:cxnChg>
      </pc:sldChg>
      <pc:sldChg chg="addSp delSp modSp new mod">
        <pc:chgData name="Gabriel Kofi Coffie Boafo" userId="f37c58285b3271da" providerId="LiveId" clId="{46BD54AD-BE72-4237-BC8F-8A085F0AA62F}" dt="2026-02-19T18:17:19.377" v="1024" actId="14100"/>
        <pc:sldMkLst>
          <pc:docMk/>
          <pc:sldMk cId="3481976232" sldId="258"/>
        </pc:sldMkLst>
        <pc:spChg chg="mod">
          <ac:chgData name="Gabriel Kofi Coffie Boafo" userId="f37c58285b3271da" providerId="LiveId" clId="{46BD54AD-BE72-4237-BC8F-8A085F0AA62F}" dt="2026-02-19T18:17:16.124" v="1023" actId="14100"/>
          <ac:spMkLst>
            <pc:docMk/>
            <pc:sldMk cId="3481976232" sldId="258"/>
            <ac:spMk id="2" creationId="{1C87D047-3483-1E0B-C430-F82952433AED}"/>
          </ac:spMkLst>
        </pc:spChg>
        <pc:spChg chg="del">
          <ac:chgData name="Gabriel Kofi Coffie Boafo" userId="f37c58285b3271da" providerId="LiveId" clId="{46BD54AD-BE72-4237-BC8F-8A085F0AA62F}" dt="2026-02-19T18:16:08.488" v="1009" actId="931"/>
          <ac:spMkLst>
            <pc:docMk/>
            <pc:sldMk cId="3481976232" sldId="258"/>
            <ac:spMk id="3" creationId="{00B75631-5C8D-A1AA-8DCD-688E631C7D29}"/>
          </ac:spMkLst>
        </pc:spChg>
        <pc:spChg chg="add del">
          <ac:chgData name="Gabriel Kofi Coffie Boafo" userId="f37c58285b3271da" providerId="LiveId" clId="{46BD54AD-BE72-4237-BC8F-8A085F0AA62F}" dt="2026-02-19T18:11:31.872" v="894" actId="22"/>
          <ac:spMkLst>
            <pc:docMk/>
            <pc:sldMk cId="3481976232" sldId="258"/>
            <ac:spMk id="5" creationId="{0146AB9E-EFF4-FB1C-8BD0-BB4944414524}"/>
          </ac:spMkLst>
        </pc:spChg>
        <pc:spChg chg="add del mod">
          <ac:chgData name="Gabriel Kofi Coffie Boafo" userId="f37c58285b3271da" providerId="LiveId" clId="{46BD54AD-BE72-4237-BC8F-8A085F0AA62F}" dt="2026-02-19T18:16:53.483" v="1018" actId="478"/>
          <ac:spMkLst>
            <pc:docMk/>
            <pc:sldMk cId="3481976232" sldId="258"/>
            <ac:spMk id="9" creationId="{5F3B74D4-167D-72A9-3AE9-99A6E67097C3}"/>
          </ac:spMkLst>
        </pc:spChg>
        <pc:picChg chg="add del mod ord">
          <ac:chgData name="Gabriel Kofi Coffie Boafo" userId="f37c58285b3271da" providerId="LiveId" clId="{46BD54AD-BE72-4237-BC8F-8A085F0AA62F}" dt="2026-02-19T18:16:48.140" v="1017" actId="21"/>
          <ac:picMkLst>
            <pc:docMk/>
            <pc:sldMk cId="3481976232" sldId="258"/>
            <ac:picMk id="7" creationId="{934A007D-F067-4D3F-014D-474B41140DA5}"/>
          </ac:picMkLst>
        </pc:picChg>
        <pc:picChg chg="add mod">
          <ac:chgData name="Gabriel Kofi Coffie Boafo" userId="f37c58285b3271da" providerId="LiveId" clId="{46BD54AD-BE72-4237-BC8F-8A085F0AA62F}" dt="2026-02-19T18:17:19.377" v="1024" actId="14100"/>
          <ac:picMkLst>
            <pc:docMk/>
            <pc:sldMk cId="3481976232" sldId="258"/>
            <ac:picMk id="10" creationId="{934A007D-F067-4D3F-014D-474B41140DA5}"/>
          </ac:picMkLst>
        </pc:picChg>
      </pc:sldChg>
      <pc:sldChg chg="addSp delSp modSp new mod">
        <pc:chgData name="Gabriel Kofi Coffie Boafo" userId="f37c58285b3271da" providerId="LiveId" clId="{46BD54AD-BE72-4237-BC8F-8A085F0AA62F}" dt="2026-02-19T19:18:56.967" v="1700" actId="20577"/>
        <pc:sldMkLst>
          <pc:docMk/>
          <pc:sldMk cId="1284148816" sldId="259"/>
        </pc:sldMkLst>
        <pc:spChg chg="mod">
          <ac:chgData name="Gabriel Kofi Coffie Boafo" userId="f37c58285b3271da" providerId="LiveId" clId="{46BD54AD-BE72-4237-BC8F-8A085F0AA62F}" dt="2026-02-19T18:37:38.549" v="1144" actId="20577"/>
          <ac:spMkLst>
            <pc:docMk/>
            <pc:sldMk cId="1284148816" sldId="259"/>
            <ac:spMk id="2" creationId="{2580D816-CA99-C845-7446-DA06E5786849}"/>
          </ac:spMkLst>
        </pc:spChg>
        <pc:spChg chg="del mod">
          <ac:chgData name="Gabriel Kofi Coffie Boafo" userId="f37c58285b3271da" providerId="LiveId" clId="{46BD54AD-BE72-4237-BC8F-8A085F0AA62F}" dt="2026-02-19T18:38:44.488" v="1149" actId="478"/>
          <ac:spMkLst>
            <pc:docMk/>
            <pc:sldMk cId="1284148816" sldId="259"/>
            <ac:spMk id="3" creationId="{C5A459FC-F7E6-B376-2583-6677176E8BA3}"/>
          </ac:spMkLst>
        </pc:spChg>
        <pc:spChg chg="add del mod">
          <ac:chgData name="Gabriel Kofi Coffie Boafo" userId="f37c58285b3271da" providerId="LiveId" clId="{46BD54AD-BE72-4237-BC8F-8A085F0AA62F}" dt="2026-02-19T19:05:56.658" v="1560" actId="113"/>
          <ac:spMkLst>
            <pc:docMk/>
            <pc:sldMk cId="1284148816" sldId="259"/>
            <ac:spMk id="8" creationId="{209A20D8-5278-26CC-A934-9FA95CB0D16A}"/>
          </ac:spMkLst>
        </pc:spChg>
        <pc:spChg chg="add mod">
          <ac:chgData name="Gabriel Kofi Coffie Boafo" userId="f37c58285b3271da" providerId="LiveId" clId="{46BD54AD-BE72-4237-BC8F-8A085F0AA62F}" dt="2026-02-19T19:18:56.967" v="1700" actId="20577"/>
          <ac:spMkLst>
            <pc:docMk/>
            <pc:sldMk cId="1284148816" sldId="259"/>
            <ac:spMk id="9" creationId="{07D2F4C5-26B7-7E8C-A254-D7DCB852603A}"/>
          </ac:spMkLst>
        </pc:spChg>
        <pc:picChg chg="add del mod modCrop">
          <ac:chgData name="Gabriel Kofi Coffie Boafo" userId="f37c58285b3271da" providerId="LiveId" clId="{46BD54AD-BE72-4237-BC8F-8A085F0AA62F}" dt="2026-02-19T19:17:05.163" v="1646" actId="478"/>
          <ac:picMkLst>
            <pc:docMk/>
            <pc:sldMk cId="1284148816" sldId="259"/>
            <ac:picMk id="11" creationId="{97F5DF1E-0737-43C0-9881-FC08315FBAC8}"/>
          </ac:picMkLst>
        </pc:picChg>
        <pc:cxnChg chg="add mod">
          <ac:chgData name="Gabriel Kofi Coffie Boafo" userId="f37c58285b3271da" providerId="LiveId" clId="{46BD54AD-BE72-4237-BC8F-8A085F0AA62F}" dt="2026-02-19T18:38:44.488" v="1149" actId="478"/>
          <ac:cxnSpMkLst>
            <pc:docMk/>
            <pc:sldMk cId="1284148816" sldId="259"/>
            <ac:cxnSpMk id="5" creationId="{DDFDEBF9-4864-ED87-4316-6F258D3E4979}"/>
          </ac:cxnSpMkLst>
        </pc:cxnChg>
      </pc:sldChg>
      <pc:sldChg chg="addSp delSp modSp new mod">
        <pc:chgData name="Gabriel Kofi Coffie Boafo" userId="f37c58285b3271da" providerId="LiveId" clId="{46BD54AD-BE72-4237-BC8F-8A085F0AA62F}" dt="2026-02-19T19:58:55.011" v="2412" actId="20577"/>
        <pc:sldMkLst>
          <pc:docMk/>
          <pc:sldMk cId="3884366985" sldId="260"/>
        </pc:sldMkLst>
        <pc:spChg chg="mod">
          <ac:chgData name="Gabriel Kofi Coffie Boafo" userId="f37c58285b3271da" providerId="LiveId" clId="{46BD54AD-BE72-4237-BC8F-8A085F0AA62F}" dt="2026-02-19T19:58:55.011" v="2412" actId="20577"/>
          <ac:spMkLst>
            <pc:docMk/>
            <pc:sldMk cId="3884366985" sldId="260"/>
            <ac:spMk id="2" creationId="{10F1136C-1159-D86F-A4BA-DADAFE6F3075}"/>
          </ac:spMkLst>
        </pc:spChg>
        <pc:spChg chg="del">
          <ac:chgData name="Gabriel Kofi Coffie Boafo" userId="f37c58285b3271da" providerId="LiveId" clId="{46BD54AD-BE72-4237-BC8F-8A085F0AA62F}" dt="2026-02-19T19:27:54.915" v="1755" actId="478"/>
          <ac:spMkLst>
            <pc:docMk/>
            <pc:sldMk cId="3884366985" sldId="260"/>
            <ac:spMk id="3" creationId="{E0760A78-B93E-6BE4-EFF0-4F1778E0E130}"/>
          </ac:spMkLst>
        </pc:spChg>
        <pc:spChg chg="add mod">
          <ac:chgData name="Gabriel Kofi Coffie Boafo" userId="f37c58285b3271da" providerId="LiveId" clId="{46BD54AD-BE72-4237-BC8F-8A085F0AA62F}" dt="2026-02-19T19:33:29.833" v="2100" actId="115"/>
          <ac:spMkLst>
            <pc:docMk/>
            <pc:sldMk cId="3884366985" sldId="260"/>
            <ac:spMk id="9" creationId="{111E4BD0-3F8B-5D02-8ABD-300A0A804276}"/>
          </ac:spMkLst>
        </pc:spChg>
        <pc:spChg chg="add mod">
          <ac:chgData name="Gabriel Kofi Coffie Boafo" userId="f37c58285b3271da" providerId="LiveId" clId="{46BD54AD-BE72-4237-BC8F-8A085F0AA62F}" dt="2026-02-19T19:53:14.949" v="2410" actId="20577"/>
          <ac:spMkLst>
            <pc:docMk/>
            <pc:sldMk cId="3884366985" sldId="260"/>
            <ac:spMk id="11" creationId="{A44A508D-D9C8-933F-82D2-FE4CF9636EDB}"/>
          </ac:spMkLst>
        </pc:spChg>
        <pc:cxnChg chg="add mod">
          <ac:chgData name="Gabriel Kofi Coffie Boafo" userId="f37c58285b3271da" providerId="LiveId" clId="{46BD54AD-BE72-4237-BC8F-8A085F0AA62F}" dt="2026-02-19T19:29:12.239" v="1815" actId="14100"/>
          <ac:cxnSpMkLst>
            <pc:docMk/>
            <pc:sldMk cId="3884366985" sldId="260"/>
            <ac:cxnSpMk id="5" creationId="{4883E70A-2834-CE8E-96DC-4C8609FEDD10}"/>
          </ac:cxnSpMkLst>
        </pc:cxnChg>
      </pc:sldChg>
      <pc:sldChg chg="addSp modSp new mod">
        <pc:chgData name="Gabriel Kofi Coffie Boafo" userId="f37c58285b3271da" providerId="LiveId" clId="{46BD54AD-BE72-4237-BC8F-8A085F0AA62F}" dt="2026-02-19T20:19:07.798" v="2849" actId="12"/>
        <pc:sldMkLst>
          <pc:docMk/>
          <pc:sldMk cId="4019777202" sldId="261"/>
        </pc:sldMkLst>
        <pc:spChg chg="mod">
          <ac:chgData name="Gabriel Kofi Coffie Boafo" userId="f37c58285b3271da" providerId="LiveId" clId="{46BD54AD-BE72-4237-BC8F-8A085F0AA62F}" dt="2026-02-19T20:07:30.185" v="2431" actId="20577"/>
          <ac:spMkLst>
            <pc:docMk/>
            <pc:sldMk cId="4019777202" sldId="261"/>
            <ac:spMk id="2" creationId="{415561E2-5D28-B494-0791-DC95F70F21DF}"/>
          </ac:spMkLst>
        </pc:spChg>
        <pc:spChg chg="mod">
          <ac:chgData name="Gabriel Kofi Coffie Boafo" userId="f37c58285b3271da" providerId="LiveId" clId="{46BD54AD-BE72-4237-BC8F-8A085F0AA62F}" dt="2026-02-19T20:17:06.926" v="2708" actId="14100"/>
          <ac:spMkLst>
            <pc:docMk/>
            <pc:sldMk cId="4019777202" sldId="261"/>
            <ac:spMk id="3" creationId="{8570BC35-DEF6-E774-35B7-183D8BB70423}"/>
          </ac:spMkLst>
        </pc:spChg>
        <pc:spChg chg="add mod">
          <ac:chgData name="Gabriel Kofi Coffie Boafo" userId="f37c58285b3271da" providerId="LiveId" clId="{46BD54AD-BE72-4237-BC8F-8A085F0AA62F}" dt="2026-02-19T20:19:07.798" v="2849" actId="12"/>
          <ac:spMkLst>
            <pc:docMk/>
            <pc:sldMk cId="4019777202" sldId="261"/>
            <ac:spMk id="12" creationId="{E2D2C44B-C5AC-10D1-4946-88E411B6623B}"/>
          </ac:spMkLst>
        </pc:spChg>
        <pc:cxnChg chg="add mod">
          <ac:chgData name="Gabriel Kofi Coffie Boafo" userId="f37c58285b3271da" providerId="LiveId" clId="{46BD54AD-BE72-4237-BC8F-8A085F0AA62F}" dt="2026-02-19T20:16:57.406" v="2707" actId="14100"/>
          <ac:cxnSpMkLst>
            <pc:docMk/>
            <pc:sldMk cId="4019777202" sldId="261"/>
            <ac:cxnSpMk id="5" creationId="{1320D7FB-1254-1476-6E3B-3BDE5A8E6096}"/>
          </ac:cxnSpMkLst>
        </pc:cxnChg>
      </pc:sldChg>
      <pc:sldChg chg="addSp modSp new mod setBg">
        <pc:chgData name="Gabriel Kofi Coffie Boafo" userId="f37c58285b3271da" providerId="LiveId" clId="{46BD54AD-BE72-4237-BC8F-8A085F0AA62F}" dt="2026-02-19T20:29:40.436" v="3217" actId="20577"/>
        <pc:sldMkLst>
          <pc:docMk/>
          <pc:sldMk cId="3972195478" sldId="262"/>
        </pc:sldMkLst>
        <pc:spChg chg="mod">
          <ac:chgData name="Gabriel Kofi Coffie Boafo" userId="f37c58285b3271da" providerId="LiveId" clId="{46BD54AD-BE72-4237-BC8F-8A085F0AA62F}" dt="2026-02-19T20:28:29.532" v="3208" actId="20577"/>
          <ac:spMkLst>
            <pc:docMk/>
            <pc:sldMk cId="3972195478" sldId="262"/>
            <ac:spMk id="2" creationId="{573ED781-2C7F-760C-B058-A0458A7C660A}"/>
          </ac:spMkLst>
        </pc:spChg>
        <pc:spChg chg="mod">
          <ac:chgData name="Gabriel Kofi Coffie Boafo" userId="f37c58285b3271da" providerId="LiveId" clId="{46BD54AD-BE72-4237-BC8F-8A085F0AA62F}" dt="2026-02-19T20:29:40.436" v="3217" actId="20577"/>
          <ac:spMkLst>
            <pc:docMk/>
            <pc:sldMk cId="3972195478" sldId="262"/>
            <ac:spMk id="3" creationId="{1668C50F-C2DC-E716-D3B3-FFC75F77EE59}"/>
          </ac:spMkLst>
        </pc:spChg>
        <pc:spChg chg="add mod">
          <ac:chgData name="Gabriel Kofi Coffie Boafo" userId="f37c58285b3271da" providerId="LiveId" clId="{46BD54AD-BE72-4237-BC8F-8A085F0AA62F}" dt="2026-02-19T20:28:17.211" v="3195" actId="20577"/>
          <ac:spMkLst>
            <pc:docMk/>
            <pc:sldMk cId="3972195478" sldId="262"/>
            <ac:spMk id="6" creationId="{D49AA553-D365-DE3D-CB53-35B2DA007436}"/>
          </ac:spMkLst>
        </pc:spChg>
        <pc:picChg chg="add mod">
          <ac:chgData name="Gabriel Kofi Coffie Boafo" userId="f37c58285b3271da" providerId="LiveId" clId="{46BD54AD-BE72-4237-BC8F-8A085F0AA62F}" dt="2026-02-19T20:25:29.742" v="3033" actId="1076"/>
          <ac:picMkLst>
            <pc:docMk/>
            <pc:sldMk cId="3972195478" sldId="262"/>
            <ac:picMk id="5" creationId="{8EA3D856-546F-E034-99FE-8AA7B602C40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829DD-0600-4CDE-8693-20520E40D8A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CB4D8E7-3504-40D0-B223-83755A76100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4770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829DD-0600-4CDE-8693-20520E40D8A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4D8E7-3504-40D0-B223-83755A761007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1238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829DD-0600-4CDE-8693-20520E40D8A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4D8E7-3504-40D0-B223-83755A76100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5617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829DD-0600-4CDE-8693-20520E40D8A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4D8E7-3504-40D0-B223-83755A761007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301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829DD-0600-4CDE-8693-20520E40D8A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4D8E7-3504-40D0-B223-83755A761007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707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829DD-0600-4CDE-8693-20520E40D8A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4D8E7-3504-40D0-B223-83755A761007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2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829DD-0600-4CDE-8693-20520E40D8A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4D8E7-3504-40D0-B223-83755A761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42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829DD-0600-4CDE-8693-20520E40D8A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4D8E7-3504-40D0-B223-83755A761007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6106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07829DD-0600-4CDE-8693-20520E40D8A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4D8E7-3504-40D0-B223-83755A761007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939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829DD-0600-4CDE-8693-20520E40D8A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4D8E7-3504-40D0-B223-83755A761007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20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829DD-0600-4CDE-8693-20520E40D8A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4D8E7-3504-40D0-B223-83755A76100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68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829DD-0600-4CDE-8693-20520E40D8A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CB4D8E7-3504-40D0-B223-83755A76100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000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D095B41-7312-4603-9F0F-93387C353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oy plastic numbers">
            <a:extLst>
              <a:ext uri="{FF2B5EF4-FFF2-40B4-BE49-F238E27FC236}">
                <a16:creationId xmlns:a16="http://schemas.microsoft.com/office/drawing/2014/main" id="{496170DC-112A-40DB-D80A-4A01D002261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t="9379" r="-1" b="6348"/>
          <a:stretch>
            <a:fillRect/>
          </a:stretch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042C936-444C-4F0D-9737-291EAFE1E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D0F0FE-C6D0-92BF-1D62-F0D32EADF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>
            <a:normAutofit/>
          </a:bodyPr>
          <a:lstStyle/>
          <a:p>
            <a:r>
              <a:rPr lang="en-US" dirty="0"/>
              <a:t>TIC TAC TOE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2B3EB5-0E2F-DF7C-7CBF-29BBD94DA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>
            <a:normAutofit/>
          </a:bodyPr>
          <a:lstStyle/>
          <a:p>
            <a:r>
              <a:rPr lang="en-US" dirty="0"/>
              <a:t>XOXO GAME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61C4D9F-F4AF-4ED2-9310-56EB2E19C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3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419FDB25-3050-4009-9806-3000DDD1C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063EF0F-7BC0-4CFB-AB98-20A8DD91D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5A6B438-4566-9921-24B7-7EE6AF420193}"/>
              </a:ext>
            </a:extLst>
          </p:cNvPr>
          <p:cNvSpPr txBox="1"/>
          <p:nvPr/>
        </p:nvSpPr>
        <p:spPr>
          <a:xfrm>
            <a:off x="2220686" y="5363195"/>
            <a:ext cx="7119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AUTHORS : COFFIE BOAFO KOFI GABRIEL &amp; EMMANUEL MENSAH </a:t>
            </a:r>
          </a:p>
        </p:txBody>
      </p:sp>
    </p:spTree>
    <p:extLst>
      <p:ext uri="{BB962C8B-B14F-4D97-AF65-F5344CB8AC3E}">
        <p14:creationId xmlns:p14="http://schemas.microsoft.com/office/powerpoint/2010/main" val="311602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7F8E8-3D16-0A61-BB9E-B3D686BEC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Brief idea about the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08B5F-D240-A575-104C-F16A50AD2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6195784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Tic Tac Toe(XOXO) is a simple two game player played on a 3x3 grid. It has two Characters X and O. It can be played in a single game mode with the computer, a muti player game mode, and two Computer Game plays. </a:t>
            </a:r>
          </a:p>
          <a:p>
            <a:pPr marL="0" indent="0">
              <a:buNone/>
            </a:pPr>
            <a:r>
              <a:rPr lang="en-US" dirty="0"/>
              <a:t>But in this Project, we are going to use the option for the 2computer Game players, and it is 2-thread player X and Player O  no collision and print the board every time X and O is inside mutex_lock</a:t>
            </a:r>
          </a:p>
        </p:txBody>
      </p:sp>
      <p:pic>
        <p:nvPicPr>
          <p:cNvPr id="5" name="Picture 4" descr="Pieces on carrom board">
            <a:extLst>
              <a:ext uri="{FF2B5EF4-FFF2-40B4-BE49-F238E27FC236}">
                <a16:creationId xmlns:a16="http://schemas.microsoft.com/office/drawing/2014/main" id="{EC04B4AF-2647-E593-E4D0-897A0FCEC6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15" r="-1" b="8313"/>
          <a:stretch>
            <a:fillRect/>
          </a:stretch>
        </p:blipFill>
        <p:spPr>
          <a:xfrm>
            <a:off x="8128756" y="2918061"/>
            <a:ext cx="2926098" cy="16459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F87AB2-43B7-9D2A-2801-1C804D83A3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756" y="2454728"/>
            <a:ext cx="3184071" cy="3184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086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7D047-3483-1E0B-C430-F82952433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396" y="223986"/>
            <a:ext cx="9603275" cy="608771"/>
          </a:xfrm>
        </p:spPr>
        <p:txBody>
          <a:bodyPr/>
          <a:lstStyle/>
          <a:p>
            <a:r>
              <a:rPr lang="en-US" dirty="0"/>
              <a:t>The game design</a:t>
            </a:r>
          </a:p>
        </p:txBody>
      </p:sp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934A007D-F067-4D3F-014D-474B41140D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329" y="832757"/>
            <a:ext cx="10058399" cy="578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76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0D816-CA99-C845-7446-DA06E5786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The player header file and the .cpp file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DFDEBF9-4864-ED87-4316-6F258D3E4979}"/>
              </a:ext>
            </a:extLst>
          </p:cNvPr>
          <p:cNvCxnSpPr>
            <a:cxnSpLocks/>
          </p:cNvCxnSpPr>
          <p:nvPr/>
        </p:nvCxnSpPr>
        <p:spPr>
          <a:xfrm>
            <a:off x="6253217" y="2015732"/>
            <a:ext cx="0" cy="3450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9A20D8-5278-26CC-A934-9FA95CB0D16A}"/>
              </a:ext>
            </a:extLst>
          </p:cNvPr>
          <p:cNvSpPr txBox="1"/>
          <p:nvPr/>
        </p:nvSpPr>
        <p:spPr>
          <a:xfrm>
            <a:off x="1602657" y="2212257"/>
            <a:ext cx="442449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			</a:t>
            </a:r>
            <a:r>
              <a:rPr lang="en-US" b="1" u="sng" dirty="0"/>
              <a:t>Player.h </a:t>
            </a:r>
          </a:p>
          <a:p>
            <a:endParaRPr lang="en-US" dirty="0"/>
          </a:p>
          <a:p>
            <a:r>
              <a:rPr lang="en-US" dirty="0"/>
              <a:t>Private:: string name</a:t>
            </a:r>
          </a:p>
          <a:p>
            <a:r>
              <a:rPr lang="en-US" dirty="0"/>
              <a:t>		char symbol</a:t>
            </a:r>
          </a:p>
          <a:p>
            <a:endParaRPr lang="en-US" dirty="0"/>
          </a:p>
          <a:p>
            <a:r>
              <a:rPr lang="en-US" dirty="0"/>
              <a:t>Public ::  Player();</a:t>
            </a:r>
          </a:p>
          <a:p>
            <a:r>
              <a:rPr lang="en-US" dirty="0"/>
              <a:t>	     Player(symbol, name);</a:t>
            </a:r>
          </a:p>
          <a:p>
            <a:r>
              <a:rPr lang="en-US" dirty="0"/>
              <a:t>	     Getters for the player's name;</a:t>
            </a:r>
          </a:p>
          <a:p>
            <a:r>
              <a:rPr lang="en-US" dirty="0"/>
              <a:t>	     Getters for the player symbol;</a:t>
            </a:r>
          </a:p>
          <a:p>
            <a:r>
              <a:rPr lang="en-US" dirty="0"/>
              <a:t> 	     Setters for the Player name;</a:t>
            </a:r>
          </a:p>
          <a:p>
            <a:r>
              <a:rPr lang="en-US" dirty="0"/>
              <a:t>	      Setters for the Player Symbol;</a:t>
            </a:r>
          </a:p>
          <a:p>
            <a:r>
              <a:rPr lang="en-US" dirty="0"/>
              <a:t>		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D2F4C5-26B7-7E8C-A254-D7DCB852603A}"/>
              </a:ext>
            </a:extLst>
          </p:cNvPr>
          <p:cNvSpPr txBox="1"/>
          <p:nvPr/>
        </p:nvSpPr>
        <p:spPr>
          <a:xfrm>
            <a:off x="6499123" y="2212257"/>
            <a:ext cx="468998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	</a:t>
            </a:r>
            <a:r>
              <a:rPr lang="en-US" b="1" u="sng" dirty="0"/>
              <a:t>Player.cpp    </a:t>
            </a:r>
          </a:p>
          <a:p>
            <a:endParaRPr lang="en-US" dirty="0"/>
          </a:p>
          <a:p>
            <a:r>
              <a:rPr lang="en-US" dirty="0"/>
              <a:t>Define the functions declared in the header file</a:t>
            </a:r>
          </a:p>
          <a:p>
            <a:endParaRPr lang="en-US" dirty="0"/>
          </a:p>
          <a:p>
            <a:r>
              <a:rPr lang="en-US" dirty="0"/>
              <a:t>	      Player();</a:t>
            </a:r>
          </a:p>
          <a:p>
            <a:r>
              <a:rPr lang="en-US" dirty="0"/>
              <a:t>	     Player(symbol, name);</a:t>
            </a:r>
          </a:p>
          <a:p>
            <a:r>
              <a:rPr lang="en-US" dirty="0"/>
              <a:t>	     Getters for the player's name;</a:t>
            </a:r>
          </a:p>
          <a:p>
            <a:r>
              <a:rPr lang="en-US" dirty="0"/>
              <a:t>	     Getters for the player symbol;</a:t>
            </a:r>
          </a:p>
          <a:p>
            <a:r>
              <a:rPr lang="en-US" dirty="0"/>
              <a:t> 	     Setters for the Player name;</a:t>
            </a:r>
          </a:p>
          <a:p>
            <a:r>
              <a:rPr lang="en-US" dirty="0"/>
              <a:t>	      Setters for the Player Symbol;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u="sng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284148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136C-1159-D86F-A4BA-DADAFE6F3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board header and the .cpp file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883E70A-2834-CE8E-96DC-4C8609FEDD10}"/>
              </a:ext>
            </a:extLst>
          </p:cNvPr>
          <p:cNvCxnSpPr>
            <a:cxnSpLocks/>
          </p:cNvCxnSpPr>
          <p:nvPr/>
        </p:nvCxnSpPr>
        <p:spPr>
          <a:xfrm>
            <a:off x="5966460" y="2133600"/>
            <a:ext cx="0" cy="39395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11E4BD0-3F8B-5D02-8ABD-300A0A804276}"/>
              </a:ext>
            </a:extLst>
          </p:cNvPr>
          <p:cNvSpPr txBox="1"/>
          <p:nvPr/>
        </p:nvSpPr>
        <p:spPr>
          <a:xfrm>
            <a:off x="1097279" y="2286000"/>
            <a:ext cx="46862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			</a:t>
            </a:r>
            <a:r>
              <a:rPr lang="en-US" b="1" u="sng" dirty="0"/>
              <a:t>Board.h </a:t>
            </a:r>
          </a:p>
          <a:p>
            <a:endParaRPr lang="en-US" dirty="0"/>
          </a:p>
          <a:p>
            <a:r>
              <a:rPr lang="en-US" dirty="0"/>
              <a:t>Private ::  grid;</a:t>
            </a:r>
          </a:p>
          <a:p>
            <a:r>
              <a:rPr lang="en-US" dirty="0"/>
              <a:t>		size;</a:t>
            </a:r>
          </a:p>
          <a:p>
            <a:endParaRPr lang="en-US" dirty="0"/>
          </a:p>
          <a:p>
            <a:r>
              <a:rPr lang="en-US" dirty="0"/>
              <a:t>Public :: Board ();</a:t>
            </a:r>
          </a:p>
          <a:p>
            <a:r>
              <a:rPr lang="en-US" dirty="0"/>
              <a:t>	     The Display board function;</a:t>
            </a:r>
          </a:p>
          <a:p>
            <a:r>
              <a:rPr lang="en-US" dirty="0"/>
              <a:t>	      The MakeMove function;</a:t>
            </a:r>
          </a:p>
          <a:p>
            <a:r>
              <a:rPr lang="en-US" dirty="0"/>
              <a:t>	      The CheckWin function;</a:t>
            </a:r>
          </a:p>
          <a:p>
            <a:r>
              <a:rPr lang="en-US" dirty="0"/>
              <a:t>	     The isFull function;</a:t>
            </a:r>
          </a:p>
          <a:p>
            <a:r>
              <a:rPr lang="en-US" dirty="0"/>
              <a:t>	     The Reset function</a:t>
            </a:r>
          </a:p>
          <a:p>
            <a:r>
              <a:rPr lang="en-US" dirty="0"/>
              <a:t>	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4A508D-D9C8-933F-82D2-FE4CF9636EDB}"/>
              </a:ext>
            </a:extLst>
          </p:cNvPr>
          <p:cNvSpPr txBox="1"/>
          <p:nvPr/>
        </p:nvSpPr>
        <p:spPr>
          <a:xfrm>
            <a:off x="6096000" y="2286000"/>
            <a:ext cx="480822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			</a:t>
            </a:r>
            <a:r>
              <a:rPr lang="en-US" b="1" u="sng" dirty="0"/>
              <a:t>Board.cpp</a:t>
            </a:r>
          </a:p>
          <a:p>
            <a:endParaRPr lang="en-US" dirty="0"/>
          </a:p>
          <a:p>
            <a:r>
              <a:rPr lang="en-US" dirty="0"/>
              <a:t>Define the functions in the header files and write loops and if statements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Board ();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Display board function;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MakeMove function;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CheckWin function;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isFull function;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Reset function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366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561E2-5D28-B494-0791-DC95F70F2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Main .cpp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0BC35-DEF6-E774-35B7-183D8BB70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5467380" cy="3450613"/>
          </a:xfrm>
        </p:spPr>
        <p:txBody>
          <a:bodyPr/>
          <a:lstStyle/>
          <a:p>
            <a:r>
              <a:rPr lang="en-US" dirty="0"/>
              <a:t>The Thread function for a Player</a:t>
            </a:r>
          </a:p>
          <a:p>
            <a:r>
              <a:rPr lang="en-US" dirty="0"/>
              <a:t>Try Random Moves until Successful</a:t>
            </a:r>
          </a:p>
          <a:p>
            <a:r>
              <a:rPr lang="en-US" dirty="0"/>
              <a:t>Lock mutex</a:t>
            </a:r>
          </a:p>
          <a:p>
            <a:r>
              <a:rPr lang="en-US" dirty="0"/>
              <a:t>Makes the game lag for some seconds (Optional)</a:t>
            </a:r>
          </a:p>
          <a:p>
            <a:r>
              <a:rPr lang="en-US" dirty="0"/>
              <a:t>Check for Winner</a:t>
            </a:r>
          </a:p>
          <a:p>
            <a:r>
              <a:rPr lang="en-US" dirty="0"/>
              <a:t>Create Players</a:t>
            </a:r>
          </a:p>
          <a:p>
            <a:r>
              <a:rPr lang="en-US" dirty="0"/>
              <a:t>Create the Game Board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20D7FB-1254-1476-6E3B-3BDE5A8E6096}"/>
              </a:ext>
            </a:extLst>
          </p:cNvPr>
          <p:cNvCxnSpPr>
            <a:cxnSpLocks/>
          </p:cNvCxnSpPr>
          <p:nvPr/>
        </p:nvCxnSpPr>
        <p:spPr>
          <a:xfrm>
            <a:off x="6918960" y="2015732"/>
            <a:ext cx="0" cy="3341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2D2C44B-C5AC-10D1-4946-88E411B6623B}"/>
              </a:ext>
            </a:extLst>
          </p:cNvPr>
          <p:cNvSpPr txBox="1"/>
          <p:nvPr/>
        </p:nvSpPr>
        <p:spPr>
          <a:xfrm>
            <a:off x="7162800" y="2164080"/>
            <a:ext cx="42367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Display 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Shared Data for threads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Launch thread for Player X and Player 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Wait for both threads to finish</a:t>
            </a:r>
          </a:p>
        </p:txBody>
      </p:sp>
    </p:spTree>
    <p:extLst>
      <p:ext uri="{BB962C8B-B14F-4D97-AF65-F5344CB8AC3E}">
        <p14:creationId xmlns:p14="http://schemas.microsoft.com/office/powerpoint/2010/main" val="4019777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ED781-2C7F-760C-B058-A0458A7C6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             Output of the program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8C50F-C2DC-E716-D3B3-FFC75F77E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5"/>
            <a:ext cx="5622284" cy="2746766"/>
          </a:xfrm>
        </p:spPr>
        <p:txBody>
          <a:bodyPr>
            <a:normAutofit/>
          </a:bodyPr>
          <a:lstStyle/>
          <a:p>
            <a:r>
              <a:rPr lang="en-US" dirty="0"/>
              <a:t>After all codes in files are correct and compiled using the command </a:t>
            </a:r>
          </a:p>
          <a:p>
            <a:pPr marL="0" indent="0">
              <a:buNone/>
            </a:pPr>
            <a:r>
              <a:rPr lang="en-US" b="1" dirty="0"/>
              <a:t>g++ main.cpp board.cpp player.cpp –o xoxo</a:t>
            </a:r>
          </a:p>
          <a:p>
            <a:pPr marL="0" indent="0">
              <a:buNone/>
            </a:pPr>
            <a:r>
              <a:rPr lang="en-US" b="1" dirty="0"/>
              <a:t>	   ./Xoxo </a:t>
            </a:r>
            <a:r>
              <a:rPr lang="en-US" dirty="0"/>
              <a:t>to run the program</a:t>
            </a:r>
          </a:p>
          <a:p>
            <a:pPr marL="0" indent="0">
              <a:buNone/>
            </a:pPr>
            <a:r>
              <a:rPr lang="en-US" b="1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A3D856-546F-E034-99FE-8AA7B602C4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5039" y="2326200"/>
            <a:ext cx="3068141" cy="26780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9AA553-D365-DE3D-CB53-35B2DA007436}"/>
              </a:ext>
            </a:extLst>
          </p:cNvPr>
          <p:cNvSpPr txBox="1"/>
          <p:nvPr/>
        </p:nvSpPr>
        <p:spPr>
          <a:xfrm>
            <a:off x="1546861" y="4945380"/>
            <a:ext cx="3764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Program was Successful !</a:t>
            </a:r>
          </a:p>
        </p:txBody>
      </p:sp>
    </p:spTree>
    <p:extLst>
      <p:ext uri="{BB962C8B-B14F-4D97-AF65-F5344CB8AC3E}">
        <p14:creationId xmlns:p14="http://schemas.microsoft.com/office/powerpoint/2010/main" val="397219547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859</TotalTime>
  <Words>451</Words>
  <Application>Microsoft Office PowerPoint</Application>
  <PresentationFormat>Widescreen</PresentationFormat>
  <Paragraphs>74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Gill Sans MT</vt:lpstr>
      <vt:lpstr>Wingdings</vt:lpstr>
      <vt:lpstr>Gallery</vt:lpstr>
      <vt:lpstr>TIC TAC TOE </vt:lpstr>
      <vt:lpstr>Brief idea about the game</vt:lpstr>
      <vt:lpstr>The game design</vt:lpstr>
      <vt:lpstr> The player header file and the .cpp file </vt:lpstr>
      <vt:lpstr>The board header and the .cpp file </vt:lpstr>
      <vt:lpstr>   Main .cpp file</vt:lpstr>
      <vt:lpstr>             Output of the program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Kofi Coffie Boafo</dc:creator>
  <cp:lastModifiedBy>Gabriel Kofi Coffie Boafo</cp:lastModifiedBy>
  <cp:revision>1</cp:revision>
  <dcterms:created xsi:type="dcterms:W3CDTF">2026-02-19T06:12:55Z</dcterms:created>
  <dcterms:modified xsi:type="dcterms:W3CDTF">2026-02-19T20:32:08Z</dcterms:modified>
</cp:coreProperties>
</file>